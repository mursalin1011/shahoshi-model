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65" r:id="rId5"/>
    <p:sldId id="258" r:id="rId6"/>
    <p:sldId id="262" r:id="rId7"/>
    <p:sldId id="259" r:id="rId8"/>
    <p:sldId id="260" r:id="rId9"/>
    <p:sldId id="261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CFE8E6-1F17-D0A9-13E5-BF70D8A71D2E}" v="197" dt="2026-07-06T10:27:44.909"/>
    <p1510:client id="{97F188A9-DA30-AB88-CCFC-327ECE7FF4E5}" v="236" dt="2026-07-05T19:43:19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IF ZAMAN" userId="S::25-93713-1@student.aiub.edu::e30b97e3-01ce-4fc6-a9ae-082dc64fb553" providerId="AD" clId="Web-{97F188A9-DA30-AB88-CCFC-327ECE7FF4E5}"/>
    <pc:docChg chg="delSld modSld sldOrd">
      <pc:chgData name="ASIF ZAMAN" userId="S::25-93713-1@student.aiub.edu::e30b97e3-01ce-4fc6-a9ae-082dc64fb553" providerId="AD" clId="Web-{97F188A9-DA30-AB88-CCFC-327ECE7FF4E5}" dt="2026-07-05T19:43:19.436" v="234"/>
      <pc:docMkLst>
        <pc:docMk/>
      </pc:docMkLst>
      <pc:sldChg chg="modSp">
        <pc:chgData name="ASIF ZAMAN" userId="S::25-93713-1@student.aiub.edu::e30b97e3-01ce-4fc6-a9ae-082dc64fb553" providerId="AD" clId="Web-{97F188A9-DA30-AB88-CCFC-327ECE7FF4E5}" dt="2026-07-05T18:50:13.818" v="92" actId="20577"/>
        <pc:sldMkLst>
          <pc:docMk/>
          <pc:sldMk cId="0" sldId="256"/>
        </pc:sldMkLst>
        <pc:spChg chg="mod">
          <ac:chgData name="ASIF ZAMAN" userId="S::25-93713-1@student.aiub.edu::e30b97e3-01ce-4fc6-a9ae-082dc64fb553" providerId="AD" clId="Web-{97F188A9-DA30-AB88-CCFC-327ECE7FF4E5}" dt="2026-07-05T18:44:12.639" v="19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8:50:13.818" v="92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">
        <pc:chgData name="ASIF ZAMAN" userId="S::25-93713-1@student.aiub.edu::e30b97e3-01ce-4fc6-a9ae-082dc64fb553" providerId="AD" clId="Web-{97F188A9-DA30-AB88-CCFC-327ECE7FF4E5}" dt="2026-07-05T18:52:13.872" v="99" actId="20577"/>
        <pc:sldMkLst>
          <pc:docMk/>
          <pc:sldMk cId="0" sldId="257"/>
        </pc:sldMkLst>
        <pc:spChg chg="mod">
          <ac:chgData name="ASIF ZAMAN" userId="S::25-93713-1@student.aiub.edu::e30b97e3-01ce-4fc6-a9ae-082dc64fb553" providerId="AD" clId="Web-{97F188A9-DA30-AB88-CCFC-327ECE7FF4E5}" dt="2026-07-05T18:52:13.872" v="99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">
        <pc:chgData name="ASIF ZAMAN" userId="S::25-93713-1@student.aiub.edu::e30b97e3-01ce-4fc6-a9ae-082dc64fb553" providerId="AD" clId="Web-{97F188A9-DA30-AB88-CCFC-327ECE7FF4E5}" dt="2026-07-05T18:53:06.889" v="106" actId="20577"/>
        <pc:sldMkLst>
          <pc:docMk/>
          <pc:sldMk cId="0" sldId="258"/>
        </pc:sldMkLst>
        <pc:spChg chg="mod">
          <ac:chgData name="ASIF ZAMAN" userId="S::25-93713-1@student.aiub.edu::e30b97e3-01ce-4fc6-a9ae-082dc64fb553" providerId="AD" clId="Web-{97F188A9-DA30-AB88-CCFC-327ECE7FF4E5}" dt="2026-07-05T18:53:06.889" v="106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ASIF ZAMAN" userId="S::25-93713-1@student.aiub.edu::e30b97e3-01ce-4fc6-a9ae-082dc64fb553" providerId="AD" clId="Web-{97F188A9-DA30-AB88-CCFC-327ECE7FF4E5}" dt="2026-07-05T18:55:13.477" v="115" actId="1076"/>
        <pc:sldMkLst>
          <pc:docMk/>
          <pc:sldMk cId="0" sldId="259"/>
        </pc:sldMkLst>
        <pc:spChg chg="mod">
          <ac:chgData name="ASIF ZAMAN" userId="S::25-93713-1@student.aiub.edu::e30b97e3-01ce-4fc6-a9ae-082dc64fb553" providerId="AD" clId="Web-{97F188A9-DA30-AB88-CCFC-327ECE7FF4E5}" dt="2026-07-05T18:55:13.477" v="115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8:55:09.337" v="114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8:55:06.633" v="113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8:55:00.352" v="111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8:54:49.821" v="110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8:55:03.618" v="112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8:54:31.805" v="108" actId="20577"/>
          <ac:spMkLst>
            <pc:docMk/>
            <pc:sldMk cId="0" sldId="259"/>
            <ac:spMk id="22" creationId="{00000000-0000-0000-0000-000000000000}"/>
          </ac:spMkLst>
        </pc:spChg>
      </pc:sldChg>
      <pc:sldChg chg="delSp modSp">
        <pc:chgData name="ASIF ZAMAN" userId="S::25-93713-1@student.aiub.edu::e30b97e3-01ce-4fc6-a9ae-082dc64fb553" providerId="AD" clId="Web-{97F188A9-DA30-AB88-CCFC-327ECE7FF4E5}" dt="2026-07-05T19:31:31.213" v="165"/>
        <pc:sldMkLst>
          <pc:docMk/>
          <pc:sldMk cId="0" sldId="260"/>
        </pc:sldMkLst>
        <pc:spChg chg="mod">
          <ac:chgData name="ASIF ZAMAN" userId="S::25-93713-1@student.aiub.edu::e30b97e3-01ce-4fc6-a9ae-082dc64fb553" providerId="AD" clId="Web-{97F188A9-DA30-AB88-CCFC-327ECE7FF4E5}" dt="2026-07-05T19:22:51.432" v="118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24:18.216" v="121" actId="2057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25:11.889" v="125" actId="2057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26:04.109" v="128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26:38.485" v="133" actId="2057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27:40.550" v="135" actId="20577"/>
          <ac:spMkLst>
            <pc:docMk/>
            <pc:sldMk cId="0" sldId="260"/>
            <ac:spMk id="37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28:27.614" v="138" actId="20577"/>
          <ac:spMkLst>
            <pc:docMk/>
            <pc:sldMk cId="0" sldId="260"/>
            <ac:spMk id="38" creationId="{00000000-0000-0000-0000-000000000000}"/>
          </ac:spMkLst>
        </pc:spChg>
        <pc:spChg chg="del mod">
          <ac:chgData name="ASIF ZAMAN" userId="S::25-93713-1@student.aiub.edu::e30b97e3-01ce-4fc6-a9ae-082dc64fb553" providerId="AD" clId="Web-{97F188A9-DA30-AB88-CCFC-327ECE7FF4E5}" dt="2026-07-05T19:31:31.213" v="165"/>
          <ac:spMkLst>
            <pc:docMk/>
            <pc:sldMk cId="0" sldId="260"/>
            <ac:spMk id="39" creationId="{00000000-0000-0000-0000-000000000000}"/>
          </ac:spMkLst>
        </pc:spChg>
      </pc:sldChg>
      <pc:sldChg chg="modSp ord">
        <pc:chgData name="ASIF ZAMAN" userId="S::25-93713-1@student.aiub.edu::e30b97e3-01ce-4fc6-a9ae-082dc64fb553" providerId="AD" clId="Web-{97F188A9-DA30-AB88-CCFC-327ECE7FF4E5}" dt="2026-07-05T19:42:12.231" v="230"/>
        <pc:sldMkLst>
          <pc:docMk/>
          <pc:sldMk cId="0" sldId="261"/>
        </pc:sldMkLst>
        <pc:spChg chg="mod">
          <ac:chgData name="ASIF ZAMAN" userId="S::25-93713-1@student.aiub.edu::e30b97e3-01ce-4fc6-a9ae-082dc64fb553" providerId="AD" clId="Web-{97F188A9-DA30-AB88-CCFC-327ECE7FF4E5}" dt="2026-07-05T19:29:05.162" v="149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29:55.507" v="152" actId="2057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30:33.602" v="162" actId="20577"/>
          <ac:spMkLst>
            <pc:docMk/>
            <pc:sldMk cId="0" sldId="261"/>
            <ac:spMk id="23" creationId="{00000000-0000-0000-0000-000000000000}"/>
          </ac:spMkLst>
        </pc:spChg>
      </pc:sldChg>
      <pc:sldChg chg="ord">
        <pc:chgData name="ASIF ZAMAN" userId="S::25-93713-1@student.aiub.edu::e30b97e3-01ce-4fc6-a9ae-082dc64fb553" providerId="AD" clId="Web-{97F188A9-DA30-AB88-CCFC-327ECE7FF4E5}" dt="2026-07-05T19:42:24.200" v="232"/>
        <pc:sldMkLst>
          <pc:docMk/>
          <pc:sldMk cId="0" sldId="262"/>
        </pc:sldMkLst>
      </pc:sldChg>
      <pc:sldChg chg="modSp del">
        <pc:chgData name="ASIF ZAMAN" userId="S::25-93713-1@student.aiub.edu::e30b97e3-01ce-4fc6-a9ae-082dc64fb553" providerId="AD" clId="Web-{97F188A9-DA30-AB88-CCFC-327ECE7FF4E5}" dt="2026-07-05T19:34:32.562" v="186"/>
        <pc:sldMkLst>
          <pc:docMk/>
          <pc:sldMk cId="0" sldId="263"/>
        </pc:sldMkLst>
        <pc:spChg chg="mod">
          <ac:chgData name="ASIF ZAMAN" userId="S::25-93713-1@student.aiub.edu::e30b97e3-01ce-4fc6-a9ae-082dc64fb553" providerId="AD" clId="Web-{97F188A9-DA30-AB88-CCFC-327ECE7FF4E5}" dt="2026-07-05T19:33:17.950" v="183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31:58.229" v="169" actId="1410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33:24.732" v="185" actId="20577"/>
          <ac:spMkLst>
            <pc:docMk/>
            <pc:sldMk cId="0" sldId="263"/>
            <ac:spMk id="30" creationId="{00000000-0000-0000-0000-000000000000}"/>
          </ac:spMkLst>
        </pc:spChg>
      </pc:sldChg>
      <pc:sldChg chg="addSp delSp modSp ord">
        <pc:chgData name="ASIF ZAMAN" userId="S::25-93713-1@student.aiub.edu::e30b97e3-01ce-4fc6-a9ae-082dc64fb553" providerId="AD" clId="Web-{97F188A9-DA30-AB88-CCFC-327ECE7FF4E5}" dt="2026-07-05T19:41:17.620" v="229" actId="14100"/>
        <pc:sldMkLst>
          <pc:docMk/>
          <pc:sldMk cId="0" sldId="264"/>
        </pc:sldMkLst>
        <pc:spChg chg="mod">
          <ac:chgData name="ASIF ZAMAN" userId="S::25-93713-1@student.aiub.edu::e30b97e3-01ce-4fc6-a9ae-082dc64fb553" providerId="AD" clId="Web-{97F188A9-DA30-AB88-CCFC-327ECE7FF4E5}" dt="2026-07-05T19:36:45.565" v="198" actId="2057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41:17.620" v="229" actId="14100"/>
          <ac:spMkLst>
            <pc:docMk/>
            <pc:sldMk cId="0" sldId="264"/>
            <ac:spMk id="31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41:12.745" v="228" actId="14100"/>
          <ac:spMkLst>
            <pc:docMk/>
            <pc:sldMk cId="0" sldId="264"/>
            <ac:spMk id="38" creationId="{00000000-0000-0000-0000-000000000000}"/>
          </ac:spMkLst>
        </pc:spChg>
        <pc:spChg chg="add del mod">
          <ac:chgData name="ASIF ZAMAN" userId="S::25-93713-1@student.aiub.edu::e30b97e3-01ce-4fc6-a9ae-082dc64fb553" providerId="AD" clId="Web-{97F188A9-DA30-AB88-CCFC-327ECE7FF4E5}" dt="2026-07-05T19:39:21.804" v="218"/>
          <ac:spMkLst>
            <pc:docMk/>
            <pc:sldMk cId="0" sldId="264"/>
            <ac:spMk id="39" creationId="{00000000-0000-0000-0000-000000000000}"/>
          </ac:spMkLst>
        </pc:spChg>
      </pc:sldChg>
      <pc:sldChg chg="addSp delSp modSp ord">
        <pc:chgData name="ASIF ZAMAN" userId="S::25-93713-1@student.aiub.edu::e30b97e3-01ce-4fc6-a9ae-082dc64fb553" providerId="AD" clId="Web-{97F188A9-DA30-AB88-CCFC-327ECE7FF4E5}" dt="2026-07-05T19:40:22.603" v="227" actId="14100"/>
        <pc:sldMkLst>
          <pc:docMk/>
          <pc:sldMk cId="0" sldId="265"/>
        </pc:sldMkLst>
        <pc:spChg chg="mod">
          <ac:chgData name="ASIF ZAMAN" userId="S::25-93713-1@student.aiub.edu::e30b97e3-01ce-4fc6-a9ae-082dc64fb553" providerId="AD" clId="Web-{97F188A9-DA30-AB88-CCFC-327ECE7FF4E5}" dt="2026-07-05T19:40:22.603" v="227" actId="14100"/>
          <ac:spMkLst>
            <pc:docMk/>
            <pc:sldMk cId="0" sldId="265"/>
            <ac:spMk id="17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40:17.040" v="226" actId="14100"/>
          <ac:spMkLst>
            <pc:docMk/>
            <pc:sldMk cId="0" sldId="265"/>
            <ac:spMk id="24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40:13.228" v="225" actId="14100"/>
          <ac:spMkLst>
            <pc:docMk/>
            <pc:sldMk cId="0" sldId="265"/>
            <ac:spMk id="31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40:08.946" v="224" actId="14100"/>
          <ac:spMkLst>
            <pc:docMk/>
            <pc:sldMk cId="0" sldId="265"/>
            <ac:spMk id="38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40:03.743" v="223" actId="14100"/>
          <ac:spMkLst>
            <pc:docMk/>
            <pc:sldMk cId="0" sldId="265"/>
            <ac:spMk id="45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39:18.132" v="215" actId="1076"/>
          <ac:spMkLst>
            <pc:docMk/>
            <pc:sldMk cId="0" sldId="265"/>
            <ac:spMk id="46" creationId="{00000000-0000-0000-0000-000000000000}"/>
          </ac:spMkLst>
        </pc:spChg>
        <pc:spChg chg="mod">
          <ac:chgData name="ASIF ZAMAN" userId="S::25-93713-1@student.aiub.edu::e30b97e3-01ce-4fc6-a9ae-082dc64fb553" providerId="AD" clId="Web-{97F188A9-DA30-AB88-CCFC-327ECE7FF4E5}" dt="2026-07-05T19:39:59.071" v="222" actId="14100"/>
          <ac:spMkLst>
            <pc:docMk/>
            <pc:sldMk cId="0" sldId="265"/>
            <ac:spMk id="52" creationId="{00000000-0000-0000-0000-000000000000}"/>
          </ac:spMkLst>
        </pc:spChg>
        <pc:spChg chg="add del mod">
          <ac:chgData name="ASIF ZAMAN" userId="S::25-93713-1@student.aiub.edu::e30b97e3-01ce-4fc6-a9ae-082dc64fb553" providerId="AD" clId="Web-{97F188A9-DA30-AB88-CCFC-327ECE7FF4E5}" dt="2026-07-05T19:39:49.039" v="221"/>
          <ac:spMkLst>
            <pc:docMk/>
            <pc:sldMk cId="0" sldId="265"/>
            <ac:spMk id="53" creationId="{00000000-0000-0000-0000-000000000000}"/>
          </ac:spMkLst>
        </pc:spChg>
      </pc:sldChg>
      <pc:sldChg chg="addSp delSp">
        <pc:chgData name="ASIF ZAMAN" userId="S::25-93713-1@student.aiub.edu::e30b97e3-01ce-4fc6-a9ae-082dc64fb553" providerId="AD" clId="Web-{97F188A9-DA30-AB88-CCFC-327ECE7FF4E5}" dt="2026-07-05T19:43:19.436" v="234"/>
        <pc:sldMkLst>
          <pc:docMk/>
          <pc:sldMk cId="0" sldId="266"/>
        </pc:sldMkLst>
        <pc:spChg chg="add del">
          <ac:chgData name="ASIF ZAMAN" userId="S::25-93713-1@student.aiub.edu::e30b97e3-01ce-4fc6-a9ae-082dc64fb553" providerId="AD" clId="Web-{97F188A9-DA30-AB88-CCFC-327ECE7FF4E5}" dt="2026-07-05T19:43:19.436" v="234"/>
          <ac:spMkLst>
            <pc:docMk/>
            <pc:sldMk cId="0" sldId="266"/>
            <ac:spMk id="20" creationId="{00000000-0000-0000-0000-000000000000}"/>
          </ac:spMkLst>
        </pc:spChg>
      </pc:sldChg>
    </pc:docChg>
  </pc:docChgLst>
  <pc:docChgLst>
    <pc:chgData name="ASIF ZAMAN" userId="S::25-93713-1@student.aiub.edu::e30b97e3-01ce-4fc6-a9ae-082dc64fb553" providerId="AD" clId="Web-{4CCFE8E6-1F17-D0A9-13E5-BF70D8A71D2E}"/>
    <pc:docChg chg="modSld">
      <pc:chgData name="ASIF ZAMAN" userId="S::25-93713-1@student.aiub.edu::e30b97e3-01ce-4fc6-a9ae-082dc64fb553" providerId="AD" clId="Web-{4CCFE8E6-1F17-D0A9-13E5-BF70D8A71D2E}" dt="2026-07-06T10:27:44.909" v="196" actId="20577"/>
      <pc:docMkLst>
        <pc:docMk/>
      </pc:docMkLst>
      <pc:sldChg chg="modSp">
        <pc:chgData name="ASIF ZAMAN" userId="S::25-93713-1@student.aiub.edu::e30b97e3-01ce-4fc6-a9ae-082dc64fb553" providerId="AD" clId="Web-{4CCFE8E6-1F17-D0A9-13E5-BF70D8A71D2E}" dt="2026-07-06T10:27:44.909" v="196" actId="20577"/>
        <pc:sldMkLst>
          <pc:docMk/>
          <pc:sldMk cId="0" sldId="258"/>
        </pc:sldMkLst>
        <pc:spChg chg="mod">
          <ac:chgData name="ASIF ZAMAN" userId="S::25-93713-1@student.aiub.edu::e30b97e3-01ce-4fc6-a9ae-082dc64fb553" providerId="AD" clId="Web-{4CCFE8E6-1F17-D0A9-13E5-BF70D8A71D2E}" dt="2026-07-06T10:27:44.909" v="196" actId="20577"/>
          <ac:spMkLst>
            <pc:docMk/>
            <pc:sldMk cId="0" sldId="258"/>
            <ac:spMk id="22" creationId="{00000000-0000-0000-0000-000000000000}"/>
          </ac:spMkLst>
        </pc:spChg>
      </pc:sldChg>
      <pc:sldChg chg="delSp modSp">
        <pc:chgData name="ASIF ZAMAN" userId="S::25-93713-1@student.aiub.edu::e30b97e3-01ce-4fc6-a9ae-082dc64fb553" providerId="AD" clId="Web-{4CCFE8E6-1F17-D0A9-13E5-BF70D8A71D2E}" dt="2026-07-06T10:17:23.741" v="55" actId="1076"/>
        <pc:sldMkLst>
          <pc:docMk/>
          <pc:sldMk cId="0" sldId="264"/>
        </pc:sldMkLst>
        <pc:spChg chg="mod">
          <ac:chgData name="ASIF ZAMAN" userId="S::25-93713-1@student.aiub.edu::e30b97e3-01ce-4fc6-a9ae-082dc64fb553" providerId="AD" clId="Web-{4CCFE8E6-1F17-D0A9-13E5-BF70D8A71D2E}" dt="2026-07-06T10:17:23.491" v="35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506" v="36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506" v="37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522" v="38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537" v="39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553" v="40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569" v="41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569" v="42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584" v="43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600" v="44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616" v="45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631" v="46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647" v="47" actId="107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662" v="48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662" v="49" actId="107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678" v="50" actId="107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694" v="51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709" v="52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725" v="53" actId="107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725" v="54" actId="107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7:23.741" v="55" actId="1076"/>
          <ac:spMkLst>
            <pc:docMk/>
            <pc:sldMk cId="0" sldId="264"/>
            <ac:spMk id="24" creationId="{00000000-0000-0000-0000-000000000000}"/>
          </ac:spMkLst>
        </pc:spChg>
        <pc:spChg chg="del">
          <ac:chgData name="ASIF ZAMAN" userId="S::25-93713-1@student.aiub.edu::e30b97e3-01ce-4fc6-a9ae-082dc64fb553" providerId="AD" clId="Web-{4CCFE8E6-1F17-D0A9-13E5-BF70D8A71D2E}" dt="2026-07-06T10:16:42.081" v="0"/>
          <ac:spMkLst>
            <pc:docMk/>
            <pc:sldMk cId="0" sldId="264"/>
            <ac:spMk id="25" creationId="{00000000-0000-0000-0000-000000000000}"/>
          </ac:spMkLst>
        </pc:spChg>
        <pc:spChg chg="del">
          <ac:chgData name="ASIF ZAMAN" userId="S::25-93713-1@student.aiub.edu::e30b97e3-01ce-4fc6-a9ae-082dc64fb553" providerId="AD" clId="Web-{4CCFE8E6-1F17-D0A9-13E5-BF70D8A71D2E}" dt="2026-07-06T10:16:55.426" v="1"/>
          <ac:spMkLst>
            <pc:docMk/>
            <pc:sldMk cId="0" sldId="264"/>
            <ac:spMk id="26" creationId="{00000000-0000-0000-0000-000000000000}"/>
          </ac:spMkLst>
        </pc:spChg>
        <pc:spChg chg="del">
          <ac:chgData name="ASIF ZAMAN" userId="S::25-93713-1@student.aiub.edu::e30b97e3-01ce-4fc6-a9ae-082dc64fb553" providerId="AD" clId="Web-{4CCFE8E6-1F17-D0A9-13E5-BF70D8A71D2E}" dt="2026-07-06T10:16:57.395" v="2"/>
          <ac:spMkLst>
            <pc:docMk/>
            <pc:sldMk cId="0" sldId="264"/>
            <ac:spMk id="27" creationId="{00000000-0000-0000-0000-000000000000}"/>
          </ac:spMkLst>
        </pc:spChg>
        <pc:spChg chg="del">
          <ac:chgData name="ASIF ZAMAN" userId="S::25-93713-1@student.aiub.edu::e30b97e3-01ce-4fc6-a9ae-082dc64fb553" providerId="AD" clId="Web-{4CCFE8E6-1F17-D0A9-13E5-BF70D8A71D2E}" dt="2026-07-06T10:16:59.380" v="6"/>
          <ac:spMkLst>
            <pc:docMk/>
            <pc:sldMk cId="0" sldId="264"/>
            <ac:spMk id="28" creationId="{00000000-0000-0000-0000-000000000000}"/>
          </ac:spMkLst>
        </pc:spChg>
        <pc:spChg chg="del">
          <ac:chgData name="ASIF ZAMAN" userId="S::25-93713-1@student.aiub.edu::e30b97e3-01ce-4fc6-a9ae-082dc64fb553" providerId="AD" clId="Web-{4CCFE8E6-1F17-D0A9-13E5-BF70D8A71D2E}" dt="2026-07-06T10:16:59.380" v="5"/>
          <ac:spMkLst>
            <pc:docMk/>
            <pc:sldMk cId="0" sldId="264"/>
            <ac:spMk id="29" creationId="{00000000-0000-0000-0000-000000000000}"/>
          </ac:spMkLst>
        </pc:spChg>
        <pc:spChg chg="del">
          <ac:chgData name="ASIF ZAMAN" userId="S::25-93713-1@student.aiub.edu::e30b97e3-01ce-4fc6-a9ae-082dc64fb553" providerId="AD" clId="Web-{4CCFE8E6-1F17-D0A9-13E5-BF70D8A71D2E}" dt="2026-07-06T10:16:59.380" v="4"/>
          <ac:spMkLst>
            <pc:docMk/>
            <pc:sldMk cId="0" sldId="264"/>
            <ac:spMk id="30" creationId="{00000000-0000-0000-0000-000000000000}"/>
          </ac:spMkLst>
        </pc:spChg>
        <pc:spChg chg="del">
          <ac:chgData name="ASIF ZAMAN" userId="S::25-93713-1@student.aiub.edu::e30b97e3-01ce-4fc6-a9ae-082dc64fb553" providerId="AD" clId="Web-{4CCFE8E6-1F17-D0A9-13E5-BF70D8A71D2E}" dt="2026-07-06T10:16:59.380" v="3"/>
          <ac:spMkLst>
            <pc:docMk/>
            <pc:sldMk cId="0" sldId="264"/>
            <ac:spMk id="31" creationId="{00000000-0000-0000-0000-000000000000}"/>
          </ac:spMkLst>
        </pc:spChg>
        <pc:spChg chg="del">
          <ac:chgData name="ASIF ZAMAN" userId="S::25-93713-1@student.aiub.edu::e30b97e3-01ce-4fc6-a9ae-082dc64fb553" providerId="AD" clId="Web-{4CCFE8E6-1F17-D0A9-13E5-BF70D8A71D2E}" dt="2026-07-06T10:17:01.317" v="13"/>
          <ac:spMkLst>
            <pc:docMk/>
            <pc:sldMk cId="0" sldId="264"/>
            <ac:spMk id="32" creationId="{00000000-0000-0000-0000-000000000000}"/>
          </ac:spMkLst>
        </pc:spChg>
        <pc:spChg chg="del">
          <ac:chgData name="ASIF ZAMAN" userId="S::25-93713-1@student.aiub.edu::e30b97e3-01ce-4fc6-a9ae-082dc64fb553" providerId="AD" clId="Web-{4CCFE8E6-1F17-D0A9-13E5-BF70D8A71D2E}" dt="2026-07-06T10:17:01.317" v="12"/>
          <ac:spMkLst>
            <pc:docMk/>
            <pc:sldMk cId="0" sldId="264"/>
            <ac:spMk id="33" creationId="{00000000-0000-0000-0000-000000000000}"/>
          </ac:spMkLst>
        </pc:spChg>
        <pc:spChg chg="del">
          <ac:chgData name="ASIF ZAMAN" userId="S::25-93713-1@student.aiub.edu::e30b97e3-01ce-4fc6-a9ae-082dc64fb553" providerId="AD" clId="Web-{4CCFE8E6-1F17-D0A9-13E5-BF70D8A71D2E}" dt="2026-07-06T10:17:01.317" v="11"/>
          <ac:spMkLst>
            <pc:docMk/>
            <pc:sldMk cId="0" sldId="264"/>
            <ac:spMk id="34" creationId="{00000000-0000-0000-0000-000000000000}"/>
          </ac:spMkLst>
        </pc:spChg>
        <pc:spChg chg="del">
          <ac:chgData name="ASIF ZAMAN" userId="S::25-93713-1@student.aiub.edu::e30b97e3-01ce-4fc6-a9ae-082dc64fb553" providerId="AD" clId="Web-{4CCFE8E6-1F17-D0A9-13E5-BF70D8A71D2E}" dt="2026-07-06T10:17:01.317" v="10"/>
          <ac:spMkLst>
            <pc:docMk/>
            <pc:sldMk cId="0" sldId="264"/>
            <ac:spMk id="35" creationId="{00000000-0000-0000-0000-000000000000}"/>
          </ac:spMkLst>
        </pc:spChg>
        <pc:spChg chg="del">
          <ac:chgData name="ASIF ZAMAN" userId="S::25-93713-1@student.aiub.edu::e30b97e3-01ce-4fc6-a9ae-082dc64fb553" providerId="AD" clId="Web-{4CCFE8E6-1F17-D0A9-13E5-BF70D8A71D2E}" dt="2026-07-06T10:17:01.317" v="9"/>
          <ac:spMkLst>
            <pc:docMk/>
            <pc:sldMk cId="0" sldId="264"/>
            <ac:spMk id="36" creationId="{00000000-0000-0000-0000-000000000000}"/>
          </ac:spMkLst>
        </pc:spChg>
        <pc:spChg chg="del">
          <ac:chgData name="ASIF ZAMAN" userId="S::25-93713-1@student.aiub.edu::e30b97e3-01ce-4fc6-a9ae-082dc64fb553" providerId="AD" clId="Web-{4CCFE8E6-1F17-D0A9-13E5-BF70D8A71D2E}" dt="2026-07-06T10:17:01.317" v="8"/>
          <ac:spMkLst>
            <pc:docMk/>
            <pc:sldMk cId="0" sldId="264"/>
            <ac:spMk id="37" creationId="{00000000-0000-0000-0000-000000000000}"/>
          </ac:spMkLst>
        </pc:spChg>
        <pc:spChg chg="del">
          <ac:chgData name="ASIF ZAMAN" userId="S::25-93713-1@student.aiub.edu::e30b97e3-01ce-4fc6-a9ae-082dc64fb553" providerId="AD" clId="Web-{4CCFE8E6-1F17-D0A9-13E5-BF70D8A71D2E}" dt="2026-07-06T10:17:01.317" v="7"/>
          <ac:spMkLst>
            <pc:docMk/>
            <pc:sldMk cId="0" sldId="264"/>
            <ac:spMk id="38" creationId="{00000000-0000-0000-0000-000000000000}"/>
          </ac:spMkLst>
        </pc:spChg>
      </pc:sldChg>
      <pc:sldChg chg="modSp">
        <pc:chgData name="ASIF ZAMAN" userId="S::25-93713-1@student.aiub.edu::e30b97e3-01ce-4fc6-a9ae-082dc64fb553" providerId="AD" clId="Web-{4CCFE8E6-1F17-D0A9-13E5-BF70D8A71D2E}" dt="2026-07-06T10:27:20.532" v="189" actId="20577"/>
        <pc:sldMkLst>
          <pc:docMk/>
          <pc:sldMk cId="0" sldId="265"/>
        </pc:sldMkLst>
        <pc:spChg chg="mod">
          <ac:chgData name="ASIF ZAMAN" userId="S::25-93713-1@student.aiub.edu::e30b97e3-01ce-4fc6-a9ae-082dc64fb553" providerId="AD" clId="Web-{4CCFE8E6-1F17-D0A9-13E5-BF70D8A71D2E}" dt="2026-07-06T10:18:59.982" v="95" actId="20577"/>
          <ac:spMkLst>
            <pc:docMk/>
            <pc:sldMk cId="0" sldId="265"/>
            <ac:spMk id="26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19:07.592" v="96" actId="20577"/>
          <ac:spMkLst>
            <pc:docMk/>
            <pc:sldMk cId="0" sldId="265"/>
            <ac:spMk id="27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21:17.913" v="128" actId="20577"/>
          <ac:spMkLst>
            <pc:docMk/>
            <pc:sldMk cId="0" sldId="265"/>
            <ac:spMk id="28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27:20.532" v="189" actId="20577"/>
          <ac:spMkLst>
            <pc:docMk/>
            <pc:sldMk cId="0" sldId="265"/>
            <ac:spMk id="29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23:00.780" v="169" actId="20577"/>
          <ac:spMkLst>
            <pc:docMk/>
            <pc:sldMk cId="0" sldId="265"/>
            <ac:spMk id="30" creationId="{00000000-0000-0000-0000-000000000000}"/>
          </ac:spMkLst>
        </pc:spChg>
        <pc:spChg chg="mod">
          <ac:chgData name="ASIF ZAMAN" userId="S::25-93713-1@student.aiub.edu::e30b97e3-01ce-4fc6-a9ae-082dc64fb553" providerId="AD" clId="Web-{4CCFE8E6-1F17-D0A9-13E5-BF70D8A71D2E}" dt="2026-07-06T10:21:48.759" v="148" actId="20577"/>
          <ac:spMkLst>
            <pc:docMk/>
            <pc:sldMk cId="0" sldId="265"/>
            <ac:spMk id="31" creationId="{00000000-0000-0000-0000-000000000000}"/>
          </ac:spMkLst>
        </pc:spChg>
      </pc:sldChg>
      <pc:sldChg chg="modSp">
        <pc:chgData name="ASIF ZAMAN" userId="S::25-93713-1@student.aiub.edu::e30b97e3-01ce-4fc6-a9ae-082dc64fb553" providerId="AD" clId="Web-{4CCFE8E6-1F17-D0A9-13E5-BF70D8A71D2E}" dt="2026-07-06T10:24:42.990" v="187" actId="20577"/>
        <pc:sldMkLst>
          <pc:docMk/>
          <pc:sldMk cId="0" sldId="266"/>
        </pc:sldMkLst>
        <pc:spChg chg="mod">
          <ac:chgData name="ASIF ZAMAN" userId="S::25-93713-1@student.aiub.edu::e30b97e3-01ce-4fc6-a9ae-082dc64fb553" providerId="AD" clId="Web-{4CCFE8E6-1F17-D0A9-13E5-BF70D8A71D2E}" dt="2026-07-06T10:24:42.990" v="187" actId="20577"/>
          <ac:spMkLst>
            <pc:docMk/>
            <pc:sldMk cId="0" sldId="266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1D2B4-5ADB-413E-A92E-5076519028F0}" type="datetimeFigureOut"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3F9D6-704F-4031-AAD3-32AF56F7779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20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58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 err="1">
                <a:solidFill>
                  <a:srgbClr val="FFFFFF"/>
                </a:solidFill>
                <a:latin typeface="Cambria"/>
                <a:ea typeface="Cambria"/>
              </a:rPr>
              <a:t>Shahoshi</a:t>
            </a:r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Edge ML for Women's Safety Wearable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310128"/>
            <a:ext cx="292608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414" y="3458392"/>
            <a:ext cx="4544786" cy="109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HCI Research Proposal </a:t>
            </a:r>
          </a:p>
          <a:p>
            <a:r>
              <a:rPr lang="en-US" sz="13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Group – </a:t>
            </a:r>
            <a:r>
              <a:rPr lang="en-US" sz="13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Shahoshi</a:t>
            </a:r>
          </a:p>
          <a:p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Asif Zaman           - 25-93713-1</a:t>
            </a:r>
            <a:endParaRPr lang="en-US" sz="1300" i="1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  <a:p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Sabiha Khair Ohi - 25-93714-1</a:t>
            </a:r>
            <a:endParaRPr lang="en-US" sz="1300" i="1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  <a:p>
            <a:r>
              <a:rPr lang="en-US" sz="13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Marmita </a:t>
            </a:r>
            <a:r>
              <a:rPr lang="en-US" sz="13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paul</a:t>
            </a:r>
            <a:r>
              <a:rPr lang="en-US" sz="13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      - </a:t>
            </a:r>
            <a:r>
              <a:rPr lang="en-US" sz="1300" dirty="0">
                <a:solidFill>
                  <a:srgbClr val="64748B"/>
                </a:solidFill>
                <a:ea typeface="+mn-lt"/>
                <a:cs typeface="+mn-lt"/>
              </a:rPr>
              <a:t>25-93603-1</a:t>
            </a:r>
            <a:endParaRPr lang="en-US" sz="1300" i="1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  <a:p>
            <a:endParaRPr lang="en-US" sz="1300" i="1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035040" y="91440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12234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978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035040" y="14356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Target Cost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214884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12234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22128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95%+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035040" y="2670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338328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12234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3447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Wks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035040" y="39044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Gap for Women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b="1" dirty="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1. </a:t>
            </a:r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Existing devices require a manual button press </a:t>
            </a:r>
            <a:endParaRPr lang="en-US" sz="12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
</a:t>
            </a:r>
            <a:r>
              <a:rPr lang="en-US" sz="1250" b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2. </a:t>
            </a:r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Smartphone-dependent apps fail when phones are </a:t>
            </a:r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grabbed or switched off</a:t>
            </a:r>
            <a:endParaRPr lang="en-US" sz="12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
</a:t>
            </a:r>
            <a:r>
              <a:rPr lang="en-US" sz="1250" b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3. </a:t>
            </a:r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Cloud-based solutions are useless without internet </a:t>
            </a:r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connectivity</a:t>
            </a:r>
            <a:endParaRPr lang="en-US" sz="12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
</a:t>
            </a:r>
            <a:r>
              <a:rPr lang="en-US" sz="1250" b="1" dirty="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4. </a:t>
            </a:r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Retail safety wearables cost 3,000–10,000 BDT </a:t>
            </a:r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unaffordable for most</a:t>
            </a:r>
            <a:endParaRPr lang="en-US" sz="12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
</a:t>
            </a:r>
            <a:r>
              <a:rPr lang="en-US" sz="1250" b="1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5. </a:t>
            </a:r>
            <a:r>
              <a:rPr lang="en-US" sz="12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 solution performs passive, automatic threat detection on-device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0D1B3E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SafeBand (2018) — Closest Prior 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Manual trigger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29400" y="17373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Passive ML detection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331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Accel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23317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Accel + Gyro + HR + Noise + GPS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926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Smartphone dependent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9260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Fully on-device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3520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ML model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0" y="35204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TFLite Multimodal Fusion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1,500–2,000 BDT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41148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Target: 1,000–1,500 BDT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Works — Bangladesh (Local)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81940" y="1267097"/>
            <a:ext cx="8503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7660" y="1331105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90700" y="1331105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9340" y="1331105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05300" y="1331105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42660" y="1331105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Performance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17180" y="1331105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1940" y="1660289"/>
            <a:ext cx="8503920" cy="777240"/>
          </a:xfrm>
          <a:prstGeom prst="rect">
            <a:avLst/>
          </a:prstGeom>
          <a:solidFill>
            <a:srgbClr val="12234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660" y="1751729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SafeBand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90700" y="1751729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9340" y="1751729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SOS button + threshold accel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05300" y="1751729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42660" y="1751729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(manual trigger); 18–20 hr battery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79081" y="1751729"/>
            <a:ext cx="9993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No ML</a:t>
            </a: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00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phone </a:t>
            </a:r>
            <a:r>
              <a:rPr lang="en-US" sz="1000" dirty="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needed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81940" y="2464961"/>
            <a:ext cx="85039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660" y="2556401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BOHNNI / BADHON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90700" y="2556401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9340" y="2556401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 + GSM SMS alert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05300" y="2556401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GSM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42660" y="2556401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(manual trigger)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17180" y="2556401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anomaly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Works — Global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" y="10698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/ Paper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93976" y="10698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/ Country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08376" y="10698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37176" y="1069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54496" y="10698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Metric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08976" y="1069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 SheShield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399032"/>
            <a:ext cx="8503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1444752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We'RSafe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93976" y="1444752"/>
            <a:ext cx="832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· India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08376" y="1444752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SOS + live location share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37176" y="144475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(phone)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54496" y="1444752"/>
            <a:ext cx="1472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App-based; no detection metric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08976" y="1422252"/>
            <a:ext cx="982584" cy="557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wearable, no ML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020824"/>
            <a:ext cx="850392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2066544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FEMME Device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93976" y="2066544"/>
            <a:ext cx="832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· India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008376" y="2066544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+ mobile app alert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37176" y="2066544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GSM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54496" y="2066544"/>
            <a:ext cx="1472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trigger only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08976" y="2044044"/>
            <a:ext cx="973584" cy="530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dependency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642616"/>
            <a:ext cx="8503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" y="2688336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Edge IOT Facilita</a:t>
            </a:r>
            <a:r>
              <a:rPr lang="en-US" sz="10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ted Multimodal Sensor fusion for Threat Recognition (IEEE)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093976" y="2688336"/>
            <a:ext cx="832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2025 · Global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008376" y="2688336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Sensor fusion + Cloud supported alerts</a:t>
            </a:r>
            <a:endParaRPr lang="en-US" sz="950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37176" y="2688336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Accel + Gyro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54496" y="2688336"/>
            <a:ext cx="1472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>
                <a:solidFill>
                  <a:srgbClr val="065A82"/>
                </a:solidFill>
                <a:ea typeface="Calibri"/>
                <a:cs typeface="Calibri"/>
              </a:rPr>
              <a:t>93% accuracy (UCI HAR)</a:t>
            </a:r>
            <a:endParaRPr lang="en-US" sz="950" dirty="0">
              <a:solidFill>
                <a:srgbClr val="065A82"/>
              </a:solidFill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808976" y="2665836"/>
            <a:ext cx="910584" cy="557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>
                <a:solidFill>
                  <a:srgbClr val="64748B"/>
                </a:solidFill>
                <a:ea typeface="Calibri"/>
                <a:cs typeface="Calibri"/>
              </a:rPr>
              <a:t>Limited modality</a:t>
            </a:r>
          </a:p>
          <a:p>
            <a:r>
              <a:rPr lang="en-US" sz="950">
                <a:solidFill>
                  <a:srgbClr val="64748B"/>
                </a:solidFill>
                <a:ea typeface="Calibri"/>
                <a:cs typeface="Calibri"/>
              </a:rPr>
              <a:t>Cloud rely</a:t>
            </a:r>
            <a:endParaRPr lang="en-US" sz="95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0040" y="3264408"/>
            <a:ext cx="850392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" y="3310128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 of Gait (IEEE Biomed.)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093976" y="3310128"/>
            <a:ext cx="832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· Global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008376" y="3310128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+ EMG multi-sensor fusion, edge ARM MCU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37176" y="3310128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+ EMG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54496" y="3310128"/>
            <a:ext cx="1472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 sens, 0.88 spec, &lt;100ms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804476" y="3287628"/>
            <a:ext cx="982584" cy="561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only, not safety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3886200"/>
            <a:ext cx="8503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" y="3931920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HAR (Deep Learning)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093976" y="3931920"/>
            <a:ext cx="832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· Global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008376" y="3931920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on accelerometer data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37176" y="3931920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only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54496" y="3931920"/>
            <a:ext cx="1472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 accuracy (UCI HAR)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795476" y="3909420"/>
            <a:ext cx="901584" cy="557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modality, no edge deploy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507992"/>
            <a:ext cx="850392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6616" y="4553712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+ BiLSTM Anomaly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093976" y="4553712"/>
            <a:ext cx="832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· Global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008376" y="4553712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Conv Autoencoder + BiLSTM + Attention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37176" y="455371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time series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54496" y="4553712"/>
            <a:ext cx="1472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on HAR/HC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786476" y="4531212"/>
            <a:ext cx="879084" cy="557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deployed on-device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Shahoshi: Proposed Solution</a:t>
            </a:r>
            <a:endParaRPr lang="en-US" sz="2600">
              <a:latin typeface="Cambria"/>
              <a:ea typeface="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170432"/>
            <a:ext cx="822960" cy="822960"/>
          </a:xfrm>
          <a:prstGeom prst="ellipse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261872"/>
            <a:ext cx="621792" cy="621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39572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+ Gyro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/ gait anomaly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87168" y="105156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35808" y="1170432"/>
            <a:ext cx="822960" cy="822960"/>
          </a:xfrm>
          <a:prstGeom prst="ellipse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1261872"/>
            <a:ext cx="621792" cy="6217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87168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Rate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532888" y="239572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Optical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spike detection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08576" y="105156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157216" y="1170432"/>
            <a:ext cx="822960" cy="822960"/>
          </a:xfrm>
          <a:prstGeom prst="ellipse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261872"/>
            <a:ext cx="621792" cy="6217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08576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Acoustic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654296" y="239572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MAX4466 Mic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audio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Scream / distress detection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29984" y="105156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78624" y="1170432"/>
            <a:ext cx="822960" cy="822960"/>
          </a:xfrm>
          <a:prstGeom prst="ellipse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208" y="1261872"/>
            <a:ext cx="621792" cy="6217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29984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D1B3E"/>
                </a:solidFill>
                <a:latin typeface="Cambria"/>
                <a:ea typeface="Cambria"/>
                <a:cs typeface="Cambria" pitchFamily="34" charset="-120"/>
              </a:rPr>
              <a:t>Location (</a:t>
            </a:r>
            <a:r>
              <a:rPr lang="en-US" sz="1400" b="1" dirty="0" err="1">
                <a:solidFill>
                  <a:srgbClr val="0D1B3E"/>
                </a:solidFill>
                <a:latin typeface="Cambria"/>
                <a:ea typeface="Cambria"/>
                <a:cs typeface="Cambria" pitchFamily="34" charset="-120"/>
              </a:rPr>
              <a:t>optiona</a:t>
            </a:r>
            <a:r>
              <a:rPr lang="en-US" sz="1400" b="1" dirty="0">
                <a:solidFill>
                  <a:srgbClr val="0D1B3E"/>
                </a:solidFill>
                <a:latin typeface="Cambria"/>
                <a:ea typeface="Cambria"/>
                <a:cs typeface="Cambria" pitchFamily="34" charset="-120"/>
              </a:rPr>
              <a:t>l)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775704" y="239572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ATGM336H GPS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anomaly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stationary position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11480" y="3703320"/>
            <a:ext cx="83210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5" name="Text 19"/>
          <p:cNvSpPr/>
          <p:nvPr/>
        </p:nvSpPr>
        <p:spPr>
          <a:xfrm>
            <a:off x="274320" y="37490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Two-of-Three Consensus → Multimodal Fusion Engine (TFLite Micro on ESP32)  ▼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65760" y="42062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365760" y="4233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Inferencing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365760" y="45079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on-device with no cloud/internet needed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91840" y="42062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3291840" y="4233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 via GSM/BT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3291840" y="45079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SMS alert with location to emergency contacts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217920" y="42062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6217920" y="4233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&lt;200ms Latency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217920" y="45079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response on 240 KB RAM ESP32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Novelties &amp; Contributions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12234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9903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1430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Passive Detection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69848" y="15087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victim action required. ML automatically flags threat — critical when the victim cannot press a button.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12234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9903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04688" y="11430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Multimodal Fusion Engine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504688" y="15087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combine Accel + Gyro + HR + Noise + GPS for assault detection on edge hardware.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0040" y="242316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12234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7063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69848" y="25146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Fully On-Device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69848" y="28803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and alerts without cloud or smartphone. Works in dead zones, underground, anywhere.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54880" y="242316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12234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77063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04688" y="25146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Dataset Fusion Strategy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504688" y="28803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approach: temporal alignment of 5 disparate public datasets as training data for edge ML.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0040" y="379476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12234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42232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69848" y="38862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Ultra-Low Cost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69848" y="42519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1,000–1,500 BDT prototype vs. 3,000–10,000 BDT retail. Viable for Bangladesh's market.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754880" y="379476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12234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142232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504688" y="38862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HCI / TUI Study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504688" y="42519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wearability and social acceptability evaluation with women — what SafeBand never did.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12234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Stack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1A2D5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37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 —  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512540" y="17463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 extraction from sensor windows (150-step)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1A2D5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591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  —  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512540" y="2359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anomaly pattern learning across modalities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1A2D5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809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 — 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512540" y="29899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dangerous sensor combinations higher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529584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1A2D5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027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Head  —  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512540" y="36027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threat / no-threat with 2-of-3 consensus vote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151376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1A2D5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2245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Quantized   </a:t>
            </a:r>
            <a:r>
              <a:rPr lang="en-US" sz="1150" b="1" dirty="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—  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12540" y="4224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~150–200 KB model — fits ESP32's 520 KB RAM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12234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4A261"/>
                </a:solidFill>
                <a:latin typeface="Cambria"/>
                <a:ea typeface="Cambria"/>
                <a:cs typeface="Cambria" pitchFamily="34" charset="-120"/>
              </a:rPr>
              <a:t>Training Datasets</a:t>
            </a:r>
            <a:endParaRPr lang="en-US" sz="1300">
              <a:latin typeface="Cambria"/>
              <a:ea typeface="Cambri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92040" y="1664208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1A2D5A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709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83480" y="18653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HAR + MotionSense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14032" y="17556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Accel/Gyro, 50 Hz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2286000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1A2D5A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331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2487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WeSAD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14032" y="2377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Stress-state HR spikes as panic proxy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92040" y="2907792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1A2D5A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9535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3480" y="3108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ESC-50 + UrbanSound8K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114032" y="29992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Scream vs ambient classes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92040" y="3529584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1A2D5A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5753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83480" y="3730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GeoLife (Microsoft)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114032" y="36210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vs anomalous GPS patterns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4151376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1A2D5A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197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83480" y="4352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EmoWear (2024)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114032" y="42428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+ emotion + IMU, brand new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Breakdown — Target: 1,000–1,500 BDT/unit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0424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0424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(BDT)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08176"/>
            <a:ext cx="8412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SuperMini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26080" y="1463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+ BLE/WiFi + Edge ML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28090"/>
                </a:solidFill>
                <a:ea typeface="Calibri"/>
                <a:cs typeface="Calibri"/>
              </a:rPr>
              <a:t>300</a:t>
            </a:r>
            <a:endParaRPr lang="en-US" sz="1200" b="1" dirty="0">
              <a:solidFill>
                <a:srgbClr val="028090"/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8412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(IMU)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26080" y="18470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6-axis Accel + Gyro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0" y="1847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200</a:t>
            </a:r>
            <a:endParaRPr lang="en-US" sz="1200" b="1">
              <a:solidFill>
                <a:srgbClr val="028090"/>
              </a:solidFill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2176272"/>
            <a:ext cx="8412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31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26080" y="22311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(PPG Optical)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0" y="22311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28090"/>
                </a:solidFill>
                <a:ea typeface="Calibri"/>
                <a:cs typeface="Calibri"/>
              </a:rPr>
              <a:t>250</a:t>
            </a:r>
            <a:endParaRPr lang="en-US" sz="1200" b="1" dirty="0">
              <a:solidFill>
                <a:srgbClr val="028090"/>
              </a:solidFill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8412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15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MAX4466 / INMP441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26080" y="26151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/ Noise Sensor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98080" y="26151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28090"/>
                </a:solidFill>
                <a:ea typeface="Calibri"/>
                <a:cs typeface="Calibri"/>
              </a:rPr>
              <a:t>230</a:t>
            </a:r>
            <a:endParaRPr lang="en-US" sz="1200" b="1" dirty="0">
              <a:solidFill>
                <a:srgbClr val="028090"/>
              </a:solidFill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2944368"/>
            <a:ext cx="8412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99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>
                <a:solidFill>
                  <a:srgbClr val="0D1B3E"/>
                </a:solidFill>
                <a:latin typeface="Calibri"/>
                <a:ea typeface="Calibri"/>
                <a:cs typeface="Calibri"/>
              </a:rPr>
              <a:t>ATGM336H GPS (optional)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926080" y="29992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GPS (vs NEO-6M at 900 BDT)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98080" y="2999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328416"/>
            <a:ext cx="8412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Battery 300mAh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926080" y="3383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9808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712464"/>
            <a:ext cx="8412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Casing &amp; Misc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926080" y="37673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 + wires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498080" y="3767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841248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696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TOTAL — 1 Prototypes + R&amp;D Budget:</a:t>
            </a:r>
            <a:endParaRPr lang="en-US" sz="1300">
              <a:latin typeface="Cambria"/>
              <a:ea typeface="Cambria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949440" y="41696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BDT 1580</a:t>
            </a:r>
            <a:endParaRPr lang="en-US" sz="1400">
              <a:latin typeface="Cambria"/>
              <a:ea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6-Week Sprint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3716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1–2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20240" y="1051560"/>
            <a:ext cx="685800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57400" y="111556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Fusion &amp; ML Development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57400" y="146304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temporally align UCI HAR, WeSAD, ESC-50, GeoLife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169164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▸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Build Multimodal Fusion Engine (1D-CNN + Bi-LSTM) [Or any other approach]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192024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 model to INT8 for TFLite Micro (target: &lt;200 KB)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697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3–4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2377440"/>
            <a:ext cx="685800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57400" y="244144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Prototyping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57400" y="278892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ESP32 + MPU-6050 + MAX30100 + Mic + GPS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301752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TFLite model to ESP32 (TFLite Micro API)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324612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on-device inference trigger (2-of-3 consensus)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70332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023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5–6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920240" y="3703320"/>
            <a:ext cx="685800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57400" y="376732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Refinement &amp; Documentation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57400" y="411480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▸ T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esting for trigger accuracy &amp; false-positive rate (&lt;2%)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057400" y="434340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▸ </a:t>
            </a:r>
            <a:r>
              <a:rPr lang="en-US" sz="11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HCI / wearability study with target users + Baseline compa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rison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57400" y="457200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+ publication-ready paper draft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Islam, M. et al. (2018). SafeBand: A Wearable Device for the Safety of Women in Bangladesh. IEEE ICECE 2018.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12893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BOHNNI / BADHON Project Report (2021). Jewelry-form GPS+GSM women safety wearable, Bangladesh.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Malekzadeh, M. et al. (2019). MotionSense Dataset. GitHub: mmalekzadeh/motion-sense.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8196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Anguita, D. et al. (2013). UCI Human Activity Recognition Dataset. UCI ML Repository.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Schmidt, P. et al. (2018). WeSAD: A Multimodal Dataset for Wearable Stress and Affect Detection. ICMI 2018.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23500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Piczak, K.J. (2015). ESC: Dataset for Environmental Sound Classification. ACM Multimedia 2015.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6151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Zheng, Y. et al. (2011). GeoLife: Building Social Networks Using Human Location History. Microsoft Research.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8803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Sarkar, A. et al. (2024). Real-Time Anomaly Detection on Wearables using Edge AI. IJERT, Vol. 13, 2024.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0" y="1024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Chen, X. et al. (2025). Multi-Modal Flexible Sensors with Edge DL for Freezing of Gait. IEEE J. Biomed. Eng., 2025.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0" y="12893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Xu, Z. et al. (2023). Unsupervised Deep Anomaly Detection on Multi-Sensor Time Series. arXiv:2307.XXXXX.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0" y="1554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Ahmed, N. et al. (2024). Deep Learning for Wearable Activity Recognition: CNN-LSTM Hybrid. Sensors, 2024.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18196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Shi, J. et al. (2024). EmoWear: Emotion + Activity Multimodal Wearable Dataset. Nature Sci. Data, 2024.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0" y="20848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Goldberger, A. et al. (2000). PhysioBank, PhysioToolkit, and PhysioNet. Circulation, 101(23).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0" y="23500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We'RSafe App (2017). Mobile-based personal safety application, India.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0" y="26151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FEMME Wearable Device (2016). GPS+GSM wearable safety device concept, India.</a:t>
            </a:r>
          </a:p>
          <a:p>
            <a:endParaRPr lang="en-US" sz="850" dirty="0">
              <a:solidFill>
                <a:srgbClr val="F0F4F8"/>
              </a:solidFill>
              <a:ea typeface="+mn-lt"/>
              <a:cs typeface="+mn-lt"/>
            </a:endParaRPr>
          </a:p>
          <a:p>
            <a:r>
              <a:rPr lang="en-US" sz="850" dirty="0">
                <a:solidFill>
                  <a:srgbClr val="F0F4F8"/>
                </a:solidFill>
                <a:ea typeface="+mn-lt"/>
                <a:cs typeface="+mn-lt"/>
              </a:rPr>
              <a:t>[16]R. Deepa, A. </a:t>
            </a:r>
            <a:r>
              <a:rPr lang="en-US" sz="850" dirty="0" err="1">
                <a:solidFill>
                  <a:srgbClr val="F0F4F8"/>
                </a:solidFill>
                <a:ea typeface="+mn-lt"/>
                <a:cs typeface="+mn-lt"/>
              </a:rPr>
              <a:t>Packialatha</a:t>
            </a:r>
            <a:r>
              <a:rPr lang="en-US" sz="850" dirty="0">
                <a:solidFill>
                  <a:srgbClr val="F0F4F8"/>
                </a:solidFill>
                <a:ea typeface="+mn-lt"/>
                <a:cs typeface="+mn-lt"/>
              </a:rPr>
              <a:t> and G. Rajaram, "Edge-IoT Facilitated Multimodal Sensor Fusion for Threat Recognition in Women's Safety Wearables,</a:t>
            </a:r>
          </a:p>
          <a:p>
            <a:endParaRPr lang="en-US"/>
          </a:p>
          <a:p>
            <a:endParaRPr lang="en-US" sz="850" dirty="0">
              <a:solidFill>
                <a:srgbClr val="F0F4F8"/>
              </a:solidFill>
              <a:ea typeface="Calibri"/>
              <a:cs typeface="Calibri"/>
            </a:endParaRPr>
          </a:p>
          <a:p>
            <a:endParaRPr lang="en-US" sz="850" dirty="0">
              <a:solidFill>
                <a:srgbClr val="F0F4F8"/>
              </a:solidFill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0" cy="393192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 datasets are publicly available. Papers cited per IEEE/ACM citation style.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SheShield Proposal</dc:title>
  <dc:subject>PptxGenJS Presentation</dc:subject>
  <dc:creator>PptxGenJS</dc:creator>
  <cp:lastModifiedBy>PptxGenJS</cp:lastModifiedBy>
  <cp:revision>146</cp:revision>
  <dcterms:created xsi:type="dcterms:W3CDTF">2026-07-05T05:50:46Z</dcterms:created>
  <dcterms:modified xsi:type="dcterms:W3CDTF">2026-07-06T10:27:51Z</dcterms:modified>
</cp:coreProperties>
</file>